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333A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1097280"/>
            <a:ext cx="6400800" cy="6400800"/>
          </a:xfrm>
          <a:prstGeom prst="ellipse">
            <a:avLst/>
          </a:prstGeom>
          <a:solidFill>
            <a:srgbClr val="2E6F7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-182880"/>
            <a:ext cx="4572000" cy="4572000"/>
          </a:xfrm>
          <a:prstGeom prst="ellipse">
            <a:avLst/>
          </a:prstGeom>
          <a:solidFill>
            <a:srgbClr val="2E6F7A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MAKING &amp; PATTERN RECOGNITION IN HEALTH CARE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CareTrace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claims-based Diagnostic Odyssey Radar for fragmented, non-converging care pathways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Technical Assessment  |  Pranali  |  M.S. Business Analytics &amp; AI, University of Texas at Dallas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looks normal. The sequence doesn't.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specialist referral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0" y="20116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reasonable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71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diagnostic/imaging claim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0" y="2971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reasonable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31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denied-then-resubmitted claim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0" y="3931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Administratively routine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64240" cy="1051560"/>
          </a:xfrm>
          <a:prstGeom prst="rect">
            <a:avLst/>
          </a:prstGeom>
          <a:solidFill>
            <a:srgbClr val="2E6F7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SEQUENCE — 6 specialists, 8 months, no converging diagnosis, no therapy claim — is a diagnostic odyssey. Only visible as a connected pattern.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CareTrace — Diagnostic Odyssey Radar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CONVENTIONAL ANALYTICS MISSES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review scores encounters. Not journeys.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3520440" cy="109728"/>
          </a:xfrm>
          <a:prstGeom prst="rect">
            <a:avLst/>
          </a:prstGeom>
          <a:solidFill>
            <a:srgbClr val="C162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Per-claim review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 is evaluated for medical necessity in isolation — passes every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965960"/>
            <a:ext cx="3520440" cy="109728"/>
          </a:xfrm>
          <a:prstGeom prst="rect">
            <a:avLst/>
          </a:prstGeom>
          <a:solidFill>
            <a:srgbClr val="C1622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286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risk score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to one number; loses referral topology and diagnosis-code trajectory.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965960"/>
            <a:ext cx="3520440" cy="109728"/>
          </a:xfrm>
          <a:prstGeom prst="rect">
            <a:avLst/>
          </a:prstGeom>
          <a:solidFill>
            <a:srgbClr val="C1622D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286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peer baseline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29718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"Normal" isn't defined relative to similar patients, so drift goes undetected.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CareTrace — Diagnostic Odyssey Radar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auditable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298448" cy="1051560"/>
          </a:xfrm>
          <a:prstGeom prst="rect">
            <a:avLst>
              <a:gd name="adj" fmla="val 6957"/>
            </a:avLst>
          </a:prstGeom>
          <a:solidFill>
            <a:srgbClr val="2E6F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3464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47088" y="3154680"/>
            <a:ext cx="21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11680" y="2834640"/>
            <a:ext cx="1298448" cy="1051560"/>
          </a:xfrm>
          <a:prstGeom prst="rect">
            <a:avLst>
              <a:gd name="adj" fmla="val 6957"/>
            </a:avLst>
          </a:prstGeom>
          <a:solidFill>
            <a:srgbClr val="2E6F7A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283464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10128" y="3154680"/>
            <a:ext cx="21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0" y="2834640"/>
            <a:ext cx="1298448" cy="1051560"/>
          </a:xfrm>
          <a:prstGeom prst="rect">
            <a:avLst>
              <a:gd name="adj" fmla="val 6957"/>
            </a:avLst>
          </a:prstGeom>
          <a:solidFill>
            <a:srgbClr val="2E6F7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83464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3154680"/>
            <a:ext cx="21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7760" y="2834640"/>
            <a:ext cx="1298448" cy="1051560"/>
          </a:xfrm>
          <a:prstGeom prst="rect">
            <a:avLst>
              <a:gd name="adj" fmla="val 6957"/>
            </a:avLst>
          </a:prstGeom>
          <a:solidFill>
            <a:srgbClr val="2E6F7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83464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Typology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6208" y="3154680"/>
            <a:ext cx="21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2834640"/>
            <a:ext cx="1298448" cy="1051560"/>
          </a:xfrm>
          <a:prstGeom prst="rect">
            <a:avLst>
              <a:gd name="adj" fmla="val 6957"/>
            </a:avLst>
          </a:prstGeom>
          <a:solidFill>
            <a:srgbClr val="2E6F7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83464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Check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99248" y="3154680"/>
            <a:ext cx="21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63840" y="2834640"/>
            <a:ext cx="1298448" cy="1051560"/>
          </a:xfrm>
          <a:prstGeom prst="rect">
            <a:avLst>
              <a:gd name="adj" fmla="val 6957"/>
            </a:avLst>
          </a:prstGeom>
          <a:solidFill>
            <a:srgbClr val="C1622D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283464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Packet*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62288" y="3154680"/>
            <a:ext cx="21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26880" y="2834640"/>
            <a:ext cx="1298448" cy="1051560"/>
          </a:xfrm>
          <a:prstGeom prst="rect">
            <a:avLst>
              <a:gd name="adj" fmla="val 6957"/>
            </a:avLst>
          </a:prstGeom>
          <a:solidFill>
            <a:srgbClr val="2E6F7A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0" y="283464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ML does the DETECTION (structured, reproducible, auditable) — the bounded review-packet layer* only drafts a human-readable narrative from already-computed signals, never diagnoses or decides.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CareTrace — Diagnostic Odyssey Radar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WOW MOMENT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 to "aha"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920240"/>
          </a:xfrm>
          <a:prstGeom prst="rect">
            <a:avLst/>
          </a:prstGeom>
          <a:solidFill>
            <a:srgbClr val="1F444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"Individual events appear normal."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 shown in a plain table — nothing flags on its own.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89320" y="1691640"/>
            <a:ext cx="5623560" cy="1920240"/>
          </a:xfrm>
          <a:prstGeom prst="rect">
            <a:avLst/>
          </a:prstGeom>
          <a:solidFill>
            <a:srgbClr val="C1622D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214884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"Potential care-pattern anomaly detected."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model probability — timeline + referral graph render live.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64240" cy="2194560"/>
          </a:xfrm>
          <a:prstGeom prst="rect">
            <a:avLst/>
          </a:prstGeom>
          <a:solidFill>
            <a:srgbClr val="1F444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SHAP: 6 specialties in 8 months (top factor)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Diagnostic:therapeutic claim ratio 9:1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Typology: Diagnostic Loop pattern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Referral ping-pong: 33% of visits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Touches a provider flagged for coding drift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A HUMAN DO?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438912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care navigator for coordination review. Confirm whether a missed unifying diagnosis or an access/coordination barrier is driving the pattern. The system recommends — a human decides.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CareTrace — Diagnostic Odyssey Radar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by construction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57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057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057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@ 0.5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9202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057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0.5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 (25% split, stratified). Label = an independently simulated chart-audit outcome, not derived from the same features the model sees (see Data &amp; Novelty slide). Recall-favoring threshold, since a missed fragmented episode costs more than an unnecessary review.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 + SHAP  →  K-Means typology clustering on at-risk episodes  →  independent provider-level time-series drift check  →  every flag decomposed into named, signed contributing factors.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CareTrace — Diagnostic Odyssey Radar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STRATEGIC CONNECTION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· Payment ·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291840"/>
          </a:xfrm>
          <a:prstGeom prst="rect">
            <a:avLst/>
          </a:prstGeom>
          <a:solidFill>
            <a:srgbClr val="2E6F7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care-navigation outreach toward patients most likely stuck in an unproductive diagnostic loop.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20440" cy="3291840"/>
          </a:xfrm>
          <a:prstGeom prst="rect">
            <a:avLst/>
          </a:prstGeom>
          <a:solidFill>
            <a:srgbClr val="C162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0" y="28803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 pattern tied to low-value repeat diagnostic spend — complements payment-integrity workflows.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520440" cy="3291840"/>
          </a:xfrm>
          <a:prstGeom prst="rect">
            <a:avLst/>
          </a:prstGeom>
          <a:solidFill>
            <a:srgbClr val="5B6B6E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66760" y="28803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UM and case management a shared, explainable, peer-relative prioritization queue.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“Cotiviti could explore…” — no claim is made about current Cotiviti systems or technology.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CareTrace — Diagnostic Odyssey Radar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must never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0040" cy="320040"/>
          </a:xfrm>
          <a:prstGeom prst="rect">
            <a:avLst/>
          </a:prstGeom>
          <a:solidFill>
            <a:srgbClr val="C1622D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7556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 condition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20040" cy="320040"/>
          </a:xfrm>
          <a:prstGeom prst="rect">
            <a:avLst/>
          </a:prstGeom>
          <a:solidFill>
            <a:srgbClr val="C1622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350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 patient autonomously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20040" cy="320040"/>
          </a:xfrm>
          <a:prstGeom prst="rect">
            <a:avLst/>
          </a:prstGeom>
          <a:solidFill>
            <a:srgbClr val="C1622D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9443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clinical or care-manager judgment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320040" cy="320040"/>
          </a:xfrm>
          <a:prstGeom prst="rect">
            <a:avLst/>
          </a:prstGeom>
          <a:solidFill>
            <a:srgbClr val="C1622D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538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a fixed, un-reviewed threshold in production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tracked: subgroup bias/fairness audit before pilot, data drift &amp; calibration monitoring, explainability at every flag, and human-in-the-loop review for every output.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CareTrace — Diagnostic Odyssey Radar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NOVELTY DEFENSE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different about this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TRANSPARENCY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claims data, schema modeled on public CMS structures — clearly labeled, never claimed as real (see report/README)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odyssey label used ONLY to validate the POC — dropped before the unsupervised pipeline runs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FILLS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233172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"Diagnostic odyssey" research exists — but concentrated in rare-disease genomics/imaging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Claims-only, graph + peer-cohort + sequence detection of the same pattern is an underexplored combination — and the data type a payer analytics org actually has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CareTrace — Diagnostic Odyssey Radar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2E6F7A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CareTrace finds what per-claim review structurally cannot see: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fragmentation, hiding in the sequence.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 ·  Report  ·  Live POC demo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CareTrace — Diagnostic Odyssey Radar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2026-08-10T21:06:44Z</dcterms:created>
  <dcterms:modified xsi:type="dcterms:W3CDTF">2026-08-10T21:06:44Z</dcterms:modified>
</cp:coreProperties>
</file>